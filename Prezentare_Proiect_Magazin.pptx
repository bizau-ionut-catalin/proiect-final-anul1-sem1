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6EFE9D-C67C-4CFA-8CBB-81418CDAD558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840BECF-9E15-415F-BEEB-98ABA9AB793F}">
      <dgm:prSet/>
      <dgm:spPr/>
      <dgm:t>
        <a:bodyPr/>
        <a:lstStyle/>
        <a:p>
          <a:r>
            <a:rPr lang="en-US"/>
            <a:t>• Automatizarea gestiunii produselor</a:t>
          </a:r>
        </a:p>
      </dgm:t>
    </dgm:pt>
    <dgm:pt modelId="{DA4517C8-FA11-4AFC-9495-6B988AD8D31A}" type="parTrans" cxnId="{68261511-2F08-4802-B335-DF3104E34F83}">
      <dgm:prSet/>
      <dgm:spPr/>
      <dgm:t>
        <a:bodyPr/>
        <a:lstStyle/>
        <a:p>
          <a:endParaRPr lang="en-US"/>
        </a:p>
      </dgm:t>
    </dgm:pt>
    <dgm:pt modelId="{FBCEBAEA-8509-49DE-8D28-F1E704A69537}" type="sibTrans" cxnId="{68261511-2F08-4802-B335-DF3104E34F83}">
      <dgm:prSet/>
      <dgm:spPr/>
      <dgm:t>
        <a:bodyPr/>
        <a:lstStyle/>
        <a:p>
          <a:endParaRPr lang="en-US"/>
        </a:p>
      </dgm:t>
    </dgm:pt>
    <dgm:pt modelId="{E1AC3B97-3712-4088-A3B0-A817FF0B8B30}">
      <dgm:prSet/>
      <dgm:spPr/>
      <dgm:t>
        <a:bodyPr/>
        <a:lstStyle/>
        <a:p>
          <a:r>
            <a:rPr lang="en-US"/>
            <a:t>• Monitorizarea stocurilor în timp real</a:t>
          </a:r>
        </a:p>
      </dgm:t>
    </dgm:pt>
    <dgm:pt modelId="{B449265D-28F1-468A-BA12-9749C5ED7831}" type="parTrans" cxnId="{0FC6B783-E967-4F8B-A24D-F4FBE8138D7C}">
      <dgm:prSet/>
      <dgm:spPr/>
      <dgm:t>
        <a:bodyPr/>
        <a:lstStyle/>
        <a:p>
          <a:endParaRPr lang="en-US"/>
        </a:p>
      </dgm:t>
    </dgm:pt>
    <dgm:pt modelId="{64607298-5A49-4C71-BE59-04BD41066A2F}" type="sibTrans" cxnId="{0FC6B783-E967-4F8B-A24D-F4FBE8138D7C}">
      <dgm:prSet/>
      <dgm:spPr/>
      <dgm:t>
        <a:bodyPr/>
        <a:lstStyle/>
        <a:p>
          <a:endParaRPr lang="en-US"/>
        </a:p>
      </dgm:t>
    </dgm:pt>
    <dgm:pt modelId="{1FB5E900-1ABB-444C-943E-0DB0EFE519E1}">
      <dgm:prSet/>
      <dgm:spPr/>
      <dgm:t>
        <a:bodyPr/>
        <a:lstStyle/>
        <a:p>
          <a:r>
            <a:rPr lang="en-US"/>
            <a:t>• Procesarea rapidă a vânzărilor</a:t>
          </a:r>
        </a:p>
      </dgm:t>
    </dgm:pt>
    <dgm:pt modelId="{F98136D0-FE06-484F-98C5-9A8478F38B0A}" type="parTrans" cxnId="{9F4130D7-534B-4D54-BFE8-C50F74EA3C2E}">
      <dgm:prSet/>
      <dgm:spPr/>
      <dgm:t>
        <a:bodyPr/>
        <a:lstStyle/>
        <a:p>
          <a:endParaRPr lang="en-US"/>
        </a:p>
      </dgm:t>
    </dgm:pt>
    <dgm:pt modelId="{DE9939A7-9C10-4E96-B409-35A65D4C4A1B}" type="sibTrans" cxnId="{9F4130D7-534B-4D54-BFE8-C50F74EA3C2E}">
      <dgm:prSet/>
      <dgm:spPr/>
      <dgm:t>
        <a:bodyPr/>
        <a:lstStyle/>
        <a:p>
          <a:endParaRPr lang="en-US"/>
        </a:p>
      </dgm:t>
    </dgm:pt>
    <dgm:pt modelId="{2732BAAD-21E8-4486-91CA-2C323D118E52}">
      <dgm:prSet/>
      <dgm:spPr/>
      <dgm:t>
        <a:bodyPr/>
        <a:lstStyle/>
        <a:p>
          <a:r>
            <a:rPr lang="en-US"/>
            <a:t>• Generarea automată a bonului fiscal</a:t>
          </a:r>
        </a:p>
      </dgm:t>
    </dgm:pt>
    <dgm:pt modelId="{3507F240-F35D-46D7-839F-A584965A49CA}" type="parTrans" cxnId="{497AC46F-DC90-4ED9-B333-D2B4367EFF44}">
      <dgm:prSet/>
      <dgm:spPr/>
      <dgm:t>
        <a:bodyPr/>
        <a:lstStyle/>
        <a:p>
          <a:endParaRPr lang="en-US"/>
        </a:p>
      </dgm:t>
    </dgm:pt>
    <dgm:pt modelId="{B2E7C5E2-1A5D-4E18-89C0-ACAF2F16443F}" type="sibTrans" cxnId="{497AC46F-DC90-4ED9-B333-D2B4367EFF44}">
      <dgm:prSet/>
      <dgm:spPr/>
      <dgm:t>
        <a:bodyPr/>
        <a:lstStyle/>
        <a:p>
          <a:endParaRPr lang="en-US"/>
        </a:p>
      </dgm:t>
    </dgm:pt>
    <dgm:pt modelId="{ADDD090A-AB0A-41CE-A999-7F2DA83C060E}" type="pres">
      <dgm:prSet presAssocID="{C06EFE9D-C67C-4CFA-8CBB-81418CDAD558}" presName="matrix" presStyleCnt="0">
        <dgm:presLayoutVars>
          <dgm:chMax val="1"/>
          <dgm:dir/>
          <dgm:resizeHandles val="exact"/>
        </dgm:presLayoutVars>
      </dgm:prSet>
      <dgm:spPr/>
    </dgm:pt>
    <dgm:pt modelId="{BD2F497E-6845-4CFB-A273-32DA9EE64C84}" type="pres">
      <dgm:prSet presAssocID="{C06EFE9D-C67C-4CFA-8CBB-81418CDAD558}" presName="diamond" presStyleLbl="bgShp" presStyleIdx="0" presStyleCnt="1"/>
      <dgm:spPr/>
    </dgm:pt>
    <dgm:pt modelId="{A30F5B6B-F949-43FE-8087-F55D1085B6E9}" type="pres">
      <dgm:prSet presAssocID="{C06EFE9D-C67C-4CFA-8CBB-81418CDAD55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4EC5F54-F576-4870-97F7-7DF7B42704D7}" type="pres">
      <dgm:prSet presAssocID="{C06EFE9D-C67C-4CFA-8CBB-81418CDAD55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203BB32-8083-41CB-BF91-78D23FA2E7A6}" type="pres">
      <dgm:prSet presAssocID="{C06EFE9D-C67C-4CFA-8CBB-81418CDAD55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FE42280-7500-4598-A244-25044E9E94C9}" type="pres">
      <dgm:prSet presAssocID="{C06EFE9D-C67C-4CFA-8CBB-81418CDAD55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8261511-2F08-4802-B335-DF3104E34F83}" srcId="{C06EFE9D-C67C-4CFA-8CBB-81418CDAD558}" destId="{A840BECF-9E15-415F-BEEB-98ABA9AB793F}" srcOrd="0" destOrd="0" parTransId="{DA4517C8-FA11-4AFC-9495-6B988AD8D31A}" sibTransId="{FBCEBAEA-8509-49DE-8D28-F1E704A69537}"/>
    <dgm:cxn modelId="{54C9931A-50CF-4DB8-8227-FB05ECF336CE}" type="presOf" srcId="{2732BAAD-21E8-4486-91CA-2C323D118E52}" destId="{6FE42280-7500-4598-A244-25044E9E94C9}" srcOrd="0" destOrd="0" presId="urn:microsoft.com/office/officeart/2005/8/layout/matrix3"/>
    <dgm:cxn modelId="{497AC46F-DC90-4ED9-B333-D2B4367EFF44}" srcId="{C06EFE9D-C67C-4CFA-8CBB-81418CDAD558}" destId="{2732BAAD-21E8-4486-91CA-2C323D118E52}" srcOrd="3" destOrd="0" parTransId="{3507F240-F35D-46D7-839F-A584965A49CA}" sibTransId="{B2E7C5E2-1A5D-4E18-89C0-ACAF2F16443F}"/>
    <dgm:cxn modelId="{B1F3B959-03AE-4B2B-B023-8C10F3DE0B37}" type="presOf" srcId="{A840BECF-9E15-415F-BEEB-98ABA9AB793F}" destId="{A30F5B6B-F949-43FE-8087-F55D1085B6E9}" srcOrd="0" destOrd="0" presId="urn:microsoft.com/office/officeart/2005/8/layout/matrix3"/>
    <dgm:cxn modelId="{0FC6B783-E967-4F8B-A24D-F4FBE8138D7C}" srcId="{C06EFE9D-C67C-4CFA-8CBB-81418CDAD558}" destId="{E1AC3B97-3712-4088-A3B0-A817FF0B8B30}" srcOrd="1" destOrd="0" parTransId="{B449265D-28F1-468A-BA12-9749C5ED7831}" sibTransId="{64607298-5A49-4C71-BE59-04BD41066A2F}"/>
    <dgm:cxn modelId="{9F4130D7-534B-4D54-BFE8-C50F74EA3C2E}" srcId="{C06EFE9D-C67C-4CFA-8CBB-81418CDAD558}" destId="{1FB5E900-1ABB-444C-943E-0DB0EFE519E1}" srcOrd="2" destOrd="0" parTransId="{F98136D0-FE06-484F-98C5-9A8478F38B0A}" sibTransId="{DE9939A7-9C10-4E96-B409-35A65D4C4A1B}"/>
    <dgm:cxn modelId="{26A912DC-3204-45C0-825B-67B21932DAD9}" type="presOf" srcId="{1FB5E900-1ABB-444C-943E-0DB0EFE519E1}" destId="{8203BB32-8083-41CB-BF91-78D23FA2E7A6}" srcOrd="0" destOrd="0" presId="urn:microsoft.com/office/officeart/2005/8/layout/matrix3"/>
    <dgm:cxn modelId="{4E234DE3-6599-44BB-B141-89196E178E19}" type="presOf" srcId="{C06EFE9D-C67C-4CFA-8CBB-81418CDAD558}" destId="{ADDD090A-AB0A-41CE-A999-7F2DA83C060E}" srcOrd="0" destOrd="0" presId="urn:microsoft.com/office/officeart/2005/8/layout/matrix3"/>
    <dgm:cxn modelId="{0B4B5EF1-CC6D-4EA6-A827-ED17DB26B8D2}" type="presOf" srcId="{E1AC3B97-3712-4088-A3B0-A817FF0B8B30}" destId="{54EC5F54-F576-4870-97F7-7DF7B42704D7}" srcOrd="0" destOrd="0" presId="urn:microsoft.com/office/officeart/2005/8/layout/matrix3"/>
    <dgm:cxn modelId="{1518DBA9-CBE9-44D9-94F5-E13CD1EF7366}" type="presParOf" srcId="{ADDD090A-AB0A-41CE-A999-7F2DA83C060E}" destId="{BD2F497E-6845-4CFB-A273-32DA9EE64C84}" srcOrd="0" destOrd="0" presId="urn:microsoft.com/office/officeart/2005/8/layout/matrix3"/>
    <dgm:cxn modelId="{16FBC08B-462D-407F-8F6F-5244B0BA40F9}" type="presParOf" srcId="{ADDD090A-AB0A-41CE-A999-7F2DA83C060E}" destId="{A30F5B6B-F949-43FE-8087-F55D1085B6E9}" srcOrd="1" destOrd="0" presId="urn:microsoft.com/office/officeart/2005/8/layout/matrix3"/>
    <dgm:cxn modelId="{484758B1-898D-4689-9F9D-037CCBCE7AB0}" type="presParOf" srcId="{ADDD090A-AB0A-41CE-A999-7F2DA83C060E}" destId="{54EC5F54-F576-4870-97F7-7DF7B42704D7}" srcOrd="2" destOrd="0" presId="urn:microsoft.com/office/officeart/2005/8/layout/matrix3"/>
    <dgm:cxn modelId="{3985CF01-0349-4CC5-A1A0-88712A73632F}" type="presParOf" srcId="{ADDD090A-AB0A-41CE-A999-7F2DA83C060E}" destId="{8203BB32-8083-41CB-BF91-78D23FA2E7A6}" srcOrd="3" destOrd="0" presId="urn:microsoft.com/office/officeart/2005/8/layout/matrix3"/>
    <dgm:cxn modelId="{3A8E3573-19BF-40E7-B644-ED6F5B2F3330}" type="presParOf" srcId="{ADDD090A-AB0A-41CE-A999-7F2DA83C060E}" destId="{6FE42280-7500-4598-A244-25044E9E94C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C3A146-6470-4207-924C-AB8AA2C7F2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7FBDA00-45F9-4EEE-9E7F-7D203654153B}">
      <dgm:prSet/>
      <dgm:spPr/>
      <dgm:t>
        <a:bodyPr/>
        <a:lstStyle/>
        <a:p>
          <a:r>
            <a:rPr lang="en-US"/>
            <a:t>• Adăugare, Modificare, Ștergere Produse</a:t>
          </a:r>
        </a:p>
      </dgm:t>
    </dgm:pt>
    <dgm:pt modelId="{D16D4A21-90B7-441F-B6D3-0D125CA11978}" type="parTrans" cxnId="{2715ACFD-E190-410E-89AA-3BB365D7DA7D}">
      <dgm:prSet/>
      <dgm:spPr/>
      <dgm:t>
        <a:bodyPr/>
        <a:lstStyle/>
        <a:p>
          <a:endParaRPr lang="en-US"/>
        </a:p>
      </dgm:t>
    </dgm:pt>
    <dgm:pt modelId="{A9DEBF17-84FE-4D89-B984-BF54EEFD5CAD}" type="sibTrans" cxnId="{2715ACFD-E190-410E-89AA-3BB365D7DA7D}">
      <dgm:prSet/>
      <dgm:spPr/>
      <dgm:t>
        <a:bodyPr/>
        <a:lstStyle/>
        <a:p>
          <a:endParaRPr lang="en-US"/>
        </a:p>
      </dgm:t>
    </dgm:pt>
    <dgm:pt modelId="{51C1D173-4CE3-465D-A3CB-09498C5E9819}">
      <dgm:prSet/>
      <dgm:spPr/>
      <dgm:t>
        <a:bodyPr/>
        <a:lstStyle/>
        <a:p>
          <a:r>
            <a:rPr lang="en-US"/>
            <a:t>• Căutare avansată în inventar</a:t>
          </a:r>
        </a:p>
      </dgm:t>
    </dgm:pt>
    <dgm:pt modelId="{4DBC4A18-7AF7-4C20-940D-C61E327145B1}" type="parTrans" cxnId="{1D1F48AE-BCB4-4686-953B-258612CA492A}">
      <dgm:prSet/>
      <dgm:spPr/>
      <dgm:t>
        <a:bodyPr/>
        <a:lstStyle/>
        <a:p>
          <a:endParaRPr lang="en-US"/>
        </a:p>
      </dgm:t>
    </dgm:pt>
    <dgm:pt modelId="{4E9AF6DF-29BE-4120-A7F3-A4525700D91F}" type="sibTrans" cxnId="{1D1F48AE-BCB4-4686-953B-258612CA492A}">
      <dgm:prSet/>
      <dgm:spPr/>
      <dgm:t>
        <a:bodyPr/>
        <a:lstStyle/>
        <a:p>
          <a:endParaRPr lang="en-US"/>
        </a:p>
      </dgm:t>
    </dgm:pt>
    <dgm:pt modelId="{625246E2-5C1C-491A-9257-51EA7CC895CA}">
      <dgm:prSet/>
      <dgm:spPr/>
      <dgm:t>
        <a:bodyPr/>
        <a:lstStyle/>
        <a:p>
          <a:r>
            <a:rPr lang="en-US"/>
            <a:t>• Sistem de calcul reduceri (5% și 10%)</a:t>
          </a:r>
        </a:p>
      </dgm:t>
    </dgm:pt>
    <dgm:pt modelId="{D3D3150C-6D4C-46B8-9293-9B19C21F77C3}" type="parTrans" cxnId="{DD908398-4646-420D-A36E-6D61CDF8CCA1}">
      <dgm:prSet/>
      <dgm:spPr/>
      <dgm:t>
        <a:bodyPr/>
        <a:lstStyle/>
        <a:p>
          <a:endParaRPr lang="en-US"/>
        </a:p>
      </dgm:t>
    </dgm:pt>
    <dgm:pt modelId="{0D5595FC-609A-4A1C-8748-48948F9B5C1D}" type="sibTrans" cxnId="{DD908398-4646-420D-A36E-6D61CDF8CCA1}">
      <dgm:prSet/>
      <dgm:spPr/>
      <dgm:t>
        <a:bodyPr/>
        <a:lstStyle/>
        <a:p>
          <a:endParaRPr lang="en-US"/>
        </a:p>
      </dgm:t>
    </dgm:pt>
    <dgm:pt modelId="{CFA169C5-0FC0-4B9F-986B-B5E76784B4A7}">
      <dgm:prSet/>
      <dgm:spPr/>
      <dgm:t>
        <a:bodyPr/>
        <a:lstStyle/>
        <a:p>
          <a:r>
            <a:rPr lang="en-US"/>
            <a:t>• Persistența datelor în fișier text (.txt)</a:t>
          </a:r>
        </a:p>
      </dgm:t>
    </dgm:pt>
    <dgm:pt modelId="{468DF7F8-8CB7-4593-BB7A-CCB57CF1F0C8}" type="parTrans" cxnId="{68919AF6-EBA6-4E83-A6BC-CDF3FA3B9677}">
      <dgm:prSet/>
      <dgm:spPr/>
      <dgm:t>
        <a:bodyPr/>
        <a:lstStyle/>
        <a:p>
          <a:endParaRPr lang="en-US"/>
        </a:p>
      </dgm:t>
    </dgm:pt>
    <dgm:pt modelId="{18108EE4-D7A7-4FD0-B433-AC077660FD94}" type="sibTrans" cxnId="{68919AF6-EBA6-4E83-A6BC-CDF3FA3B9677}">
      <dgm:prSet/>
      <dgm:spPr/>
      <dgm:t>
        <a:bodyPr/>
        <a:lstStyle/>
        <a:p>
          <a:endParaRPr lang="en-US"/>
        </a:p>
      </dgm:t>
    </dgm:pt>
    <dgm:pt modelId="{02EAF7AD-8309-4E96-947C-1C4A147DB374}" type="pres">
      <dgm:prSet presAssocID="{9AC3A146-6470-4207-924C-AB8AA2C7F24F}" presName="linear" presStyleCnt="0">
        <dgm:presLayoutVars>
          <dgm:animLvl val="lvl"/>
          <dgm:resizeHandles val="exact"/>
        </dgm:presLayoutVars>
      </dgm:prSet>
      <dgm:spPr/>
    </dgm:pt>
    <dgm:pt modelId="{0E14D975-D696-468D-9999-92DA667C2042}" type="pres">
      <dgm:prSet presAssocID="{97FBDA00-45F9-4EEE-9E7F-7D20365415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1D09F5C-3191-48BD-856E-BB0F51ACA8F1}" type="pres">
      <dgm:prSet presAssocID="{A9DEBF17-84FE-4D89-B984-BF54EEFD5CAD}" presName="spacer" presStyleCnt="0"/>
      <dgm:spPr/>
    </dgm:pt>
    <dgm:pt modelId="{5526ABF5-51D7-4DD7-808F-873E85E7FF5E}" type="pres">
      <dgm:prSet presAssocID="{51C1D173-4CE3-465D-A3CB-09498C5E981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317D4D-A376-40B4-830C-8350E7693B97}" type="pres">
      <dgm:prSet presAssocID="{4E9AF6DF-29BE-4120-A7F3-A4525700D91F}" presName="spacer" presStyleCnt="0"/>
      <dgm:spPr/>
    </dgm:pt>
    <dgm:pt modelId="{518A1287-5F50-4A37-A6E6-FB8B31855119}" type="pres">
      <dgm:prSet presAssocID="{625246E2-5C1C-491A-9257-51EA7CC895C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D39DC0-EE66-4AFD-8CA1-7CA3830F728D}" type="pres">
      <dgm:prSet presAssocID="{0D5595FC-609A-4A1C-8748-48948F9B5C1D}" presName="spacer" presStyleCnt="0"/>
      <dgm:spPr/>
    </dgm:pt>
    <dgm:pt modelId="{C9C23182-1485-4DD1-81F3-11770A33A8EF}" type="pres">
      <dgm:prSet presAssocID="{CFA169C5-0FC0-4B9F-986B-B5E76784B4A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D412605-5ED1-47C4-9743-6A26D23FD7AB}" type="presOf" srcId="{9AC3A146-6470-4207-924C-AB8AA2C7F24F}" destId="{02EAF7AD-8309-4E96-947C-1C4A147DB374}" srcOrd="0" destOrd="0" presId="urn:microsoft.com/office/officeart/2005/8/layout/vList2"/>
    <dgm:cxn modelId="{C700EE0F-6FC6-4E2D-A506-8E6F5B6BC3BF}" type="presOf" srcId="{CFA169C5-0FC0-4B9F-986B-B5E76784B4A7}" destId="{C9C23182-1485-4DD1-81F3-11770A33A8EF}" srcOrd="0" destOrd="0" presId="urn:microsoft.com/office/officeart/2005/8/layout/vList2"/>
    <dgm:cxn modelId="{48280776-9241-492B-A4DF-1C552411952F}" type="presOf" srcId="{51C1D173-4CE3-465D-A3CB-09498C5E9819}" destId="{5526ABF5-51D7-4DD7-808F-873E85E7FF5E}" srcOrd="0" destOrd="0" presId="urn:microsoft.com/office/officeart/2005/8/layout/vList2"/>
    <dgm:cxn modelId="{DD908398-4646-420D-A36E-6D61CDF8CCA1}" srcId="{9AC3A146-6470-4207-924C-AB8AA2C7F24F}" destId="{625246E2-5C1C-491A-9257-51EA7CC895CA}" srcOrd="2" destOrd="0" parTransId="{D3D3150C-6D4C-46B8-9293-9B19C21F77C3}" sibTransId="{0D5595FC-609A-4A1C-8748-48948F9B5C1D}"/>
    <dgm:cxn modelId="{1D1F48AE-BCB4-4686-953B-258612CA492A}" srcId="{9AC3A146-6470-4207-924C-AB8AA2C7F24F}" destId="{51C1D173-4CE3-465D-A3CB-09498C5E9819}" srcOrd="1" destOrd="0" parTransId="{4DBC4A18-7AF7-4C20-940D-C61E327145B1}" sibTransId="{4E9AF6DF-29BE-4120-A7F3-A4525700D91F}"/>
    <dgm:cxn modelId="{657772EB-CA05-4731-9019-D7D9C64BF96A}" type="presOf" srcId="{97FBDA00-45F9-4EEE-9E7F-7D203654153B}" destId="{0E14D975-D696-468D-9999-92DA667C2042}" srcOrd="0" destOrd="0" presId="urn:microsoft.com/office/officeart/2005/8/layout/vList2"/>
    <dgm:cxn modelId="{896254F4-C684-4728-B3EF-015B53163119}" type="presOf" srcId="{625246E2-5C1C-491A-9257-51EA7CC895CA}" destId="{518A1287-5F50-4A37-A6E6-FB8B31855119}" srcOrd="0" destOrd="0" presId="urn:microsoft.com/office/officeart/2005/8/layout/vList2"/>
    <dgm:cxn modelId="{68919AF6-EBA6-4E83-A6BC-CDF3FA3B9677}" srcId="{9AC3A146-6470-4207-924C-AB8AA2C7F24F}" destId="{CFA169C5-0FC0-4B9F-986B-B5E76784B4A7}" srcOrd="3" destOrd="0" parTransId="{468DF7F8-8CB7-4593-BB7A-CCB57CF1F0C8}" sibTransId="{18108EE4-D7A7-4FD0-B433-AC077660FD94}"/>
    <dgm:cxn modelId="{2715ACFD-E190-410E-89AA-3BB365D7DA7D}" srcId="{9AC3A146-6470-4207-924C-AB8AA2C7F24F}" destId="{97FBDA00-45F9-4EEE-9E7F-7D203654153B}" srcOrd="0" destOrd="0" parTransId="{D16D4A21-90B7-441F-B6D3-0D125CA11978}" sibTransId="{A9DEBF17-84FE-4D89-B984-BF54EEFD5CAD}"/>
    <dgm:cxn modelId="{50241E8B-8B24-40DF-A771-867D3497485A}" type="presParOf" srcId="{02EAF7AD-8309-4E96-947C-1C4A147DB374}" destId="{0E14D975-D696-468D-9999-92DA667C2042}" srcOrd="0" destOrd="0" presId="urn:microsoft.com/office/officeart/2005/8/layout/vList2"/>
    <dgm:cxn modelId="{1662DB17-A2D1-4391-AA97-EDB4ADAA9C23}" type="presParOf" srcId="{02EAF7AD-8309-4E96-947C-1C4A147DB374}" destId="{B1D09F5C-3191-48BD-856E-BB0F51ACA8F1}" srcOrd="1" destOrd="0" presId="urn:microsoft.com/office/officeart/2005/8/layout/vList2"/>
    <dgm:cxn modelId="{20C1187E-8C6E-4829-AB95-1CCBC4776167}" type="presParOf" srcId="{02EAF7AD-8309-4E96-947C-1C4A147DB374}" destId="{5526ABF5-51D7-4DD7-808F-873E85E7FF5E}" srcOrd="2" destOrd="0" presId="urn:microsoft.com/office/officeart/2005/8/layout/vList2"/>
    <dgm:cxn modelId="{D0474010-2E09-49D9-90B9-6B8218455184}" type="presParOf" srcId="{02EAF7AD-8309-4E96-947C-1C4A147DB374}" destId="{84317D4D-A376-40B4-830C-8350E7693B97}" srcOrd="3" destOrd="0" presId="urn:microsoft.com/office/officeart/2005/8/layout/vList2"/>
    <dgm:cxn modelId="{64DCC876-5F13-4B80-918A-56A2CD23FA96}" type="presParOf" srcId="{02EAF7AD-8309-4E96-947C-1C4A147DB374}" destId="{518A1287-5F50-4A37-A6E6-FB8B31855119}" srcOrd="4" destOrd="0" presId="urn:microsoft.com/office/officeart/2005/8/layout/vList2"/>
    <dgm:cxn modelId="{47EDF951-800B-4197-B81C-EC44AE01518D}" type="presParOf" srcId="{02EAF7AD-8309-4E96-947C-1C4A147DB374}" destId="{0BD39DC0-EE66-4AFD-8CA1-7CA3830F728D}" srcOrd="5" destOrd="0" presId="urn:microsoft.com/office/officeart/2005/8/layout/vList2"/>
    <dgm:cxn modelId="{2D741A17-29B5-4F59-87DA-C9829E2679C8}" type="presParOf" srcId="{02EAF7AD-8309-4E96-947C-1C4A147DB374}" destId="{C9C23182-1485-4DD1-81F3-11770A33A8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813B4F-A946-48A5-9170-AADB3020302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D28519A-2D7D-4FF4-BEA4-52E3CC1C8925}">
      <dgm:prSet/>
      <dgm:spPr/>
      <dgm:t>
        <a:bodyPr/>
        <a:lstStyle/>
        <a:p>
          <a:r>
            <a:rPr lang="en-US"/>
            <a:t>• Alertă stoc critic (sub 5 unități)</a:t>
          </a:r>
        </a:p>
      </dgm:t>
    </dgm:pt>
    <dgm:pt modelId="{C771D11E-72DD-4DC0-BA8A-3218E7911363}" type="parTrans" cxnId="{10275704-57F8-4C9B-A92B-463F4683022A}">
      <dgm:prSet/>
      <dgm:spPr/>
      <dgm:t>
        <a:bodyPr/>
        <a:lstStyle/>
        <a:p>
          <a:endParaRPr lang="en-US"/>
        </a:p>
      </dgm:t>
    </dgm:pt>
    <dgm:pt modelId="{4EBA9FE5-28D4-47F7-9988-585B1FB55021}" type="sibTrans" cxnId="{10275704-57F8-4C9B-A92B-463F4683022A}">
      <dgm:prSet/>
      <dgm:spPr/>
      <dgm:t>
        <a:bodyPr/>
        <a:lstStyle/>
        <a:p>
          <a:endParaRPr lang="en-US"/>
        </a:p>
      </dgm:t>
    </dgm:pt>
    <dgm:pt modelId="{E856EC54-F3F4-4704-9EB6-D2C6F9D9A32B}">
      <dgm:prSet/>
      <dgm:spPr/>
      <dgm:t>
        <a:bodyPr/>
        <a:lstStyle/>
        <a:p>
          <a:r>
            <a:rPr lang="en-US"/>
            <a:t>• Clasament cele mai vândute produse</a:t>
          </a:r>
        </a:p>
      </dgm:t>
    </dgm:pt>
    <dgm:pt modelId="{B8434F80-A2F8-4F49-BFF6-7246152268DC}" type="parTrans" cxnId="{5C949B81-5EF9-4E78-BD7F-A0E63321ED81}">
      <dgm:prSet/>
      <dgm:spPr/>
      <dgm:t>
        <a:bodyPr/>
        <a:lstStyle/>
        <a:p>
          <a:endParaRPr lang="en-US"/>
        </a:p>
      </dgm:t>
    </dgm:pt>
    <dgm:pt modelId="{9AEF3C9B-CAAC-454D-AB86-2260E632A849}" type="sibTrans" cxnId="{5C949B81-5EF9-4E78-BD7F-A0E63321ED81}">
      <dgm:prSet/>
      <dgm:spPr/>
      <dgm:t>
        <a:bodyPr/>
        <a:lstStyle/>
        <a:p>
          <a:endParaRPr lang="en-US"/>
        </a:p>
      </dgm:t>
    </dgm:pt>
    <dgm:pt modelId="{16269BE0-69D6-44FC-93BE-088F87041F59}">
      <dgm:prSet/>
      <dgm:spPr/>
      <dgm:t>
        <a:bodyPr/>
        <a:lstStyle/>
        <a:p>
          <a:r>
            <a:rPr lang="en-US"/>
            <a:t>• Raportul total al încasărilor</a:t>
          </a:r>
        </a:p>
      </dgm:t>
    </dgm:pt>
    <dgm:pt modelId="{3AB20BDC-E49C-4836-B18D-684B3E1027A8}" type="parTrans" cxnId="{8BBF0813-6A90-49B4-A0A3-9425BB9B0E75}">
      <dgm:prSet/>
      <dgm:spPr/>
      <dgm:t>
        <a:bodyPr/>
        <a:lstStyle/>
        <a:p>
          <a:endParaRPr lang="en-US"/>
        </a:p>
      </dgm:t>
    </dgm:pt>
    <dgm:pt modelId="{79168D89-04B9-40B5-91A2-E44BC8E04C0D}" type="sibTrans" cxnId="{8BBF0813-6A90-49B4-A0A3-9425BB9B0E75}">
      <dgm:prSet/>
      <dgm:spPr/>
      <dgm:t>
        <a:bodyPr/>
        <a:lstStyle/>
        <a:p>
          <a:endParaRPr lang="en-US"/>
        </a:p>
      </dgm:t>
    </dgm:pt>
    <dgm:pt modelId="{77493389-1157-4889-BDA3-FDD7654834AF}" type="pres">
      <dgm:prSet presAssocID="{7B813B4F-A946-48A5-9170-AADB3020302D}" presName="linear" presStyleCnt="0">
        <dgm:presLayoutVars>
          <dgm:animLvl val="lvl"/>
          <dgm:resizeHandles val="exact"/>
        </dgm:presLayoutVars>
      </dgm:prSet>
      <dgm:spPr/>
    </dgm:pt>
    <dgm:pt modelId="{1D7F198B-F743-4995-9345-9C1D704180F1}" type="pres">
      <dgm:prSet presAssocID="{2D28519A-2D7D-4FF4-BEA4-52E3CC1C892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E7F76E-1417-4FAD-A044-E45B614A7FCE}" type="pres">
      <dgm:prSet presAssocID="{4EBA9FE5-28D4-47F7-9988-585B1FB55021}" presName="spacer" presStyleCnt="0"/>
      <dgm:spPr/>
    </dgm:pt>
    <dgm:pt modelId="{B8F6FF26-5BFC-4D2C-8B49-CE1907F0A16E}" type="pres">
      <dgm:prSet presAssocID="{E856EC54-F3F4-4704-9EB6-D2C6F9D9A3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AE4DBF-62DE-4B37-AF81-4366D1926DDF}" type="pres">
      <dgm:prSet presAssocID="{9AEF3C9B-CAAC-454D-AB86-2260E632A849}" presName="spacer" presStyleCnt="0"/>
      <dgm:spPr/>
    </dgm:pt>
    <dgm:pt modelId="{A059FECE-4F1A-4ACC-9063-14CDBF2F61D6}" type="pres">
      <dgm:prSet presAssocID="{16269BE0-69D6-44FC-93BE-088F87041F5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275704-57F8-4C9B-A92B-463F4683022A}" srcId="{7B813B4F-A946-48A5-9170-AADB3020302D}" destId="{2D28519A-2D7D-4FF4-BEA4-52E3CC1C8925}" srcOrd="0" destOrd="0" parTransId="{C771D11E-72DD-4DC0-BA8A-3218E7911363}" sibTransId="{4EBA9FE5-28D4-47F7-9988-585B1FB55021}"/>
    <dgm:cxn modelId="{8BBF0813-6A90-49B4-A0A3-9425BB9B0E75}" srcId="{7B813B4F-A946-48A5-9170-AADB3020302D}" destId="{16269BE0-69D6-44FC-93BE-088F87041F59}" srcOrd="2" destOrd="0" parTransId="{3AB20BDC-E49C-4836-B18D-684B3E1027A8}" sibTransId="{79168D89-04B9-40B5-91A2-E44BC8E04C0D}"/>
    <dgm:cxn modelId="{5FC2CF36-4338-4126-8B07-2F75323A4EEF}" type="presOf" srcId="{2D28519A-2D7D-4FF4-BEA4-52E3CC1C8925}" destId="{1D7F198B-F743-4995-9345-9C1D704180F1}" srcOrd="0" destOrd="0" presId="urn:microsoft.com/office/officeart/2005/8/layout/vList2"/>
    <dgm:cxn modelId="{56D2BF4F-697E-47D6-867B-43C7BCE518E8}" type="presOf" srcId="{7B813B4F-A946-48A5-9170-AADB3020302D}" destId="{77493389-1157-4889-BDA3-FDD7654834AF}" srcOrd="0" destOrd="0" presId="urn:microsoft.com/office/officeart/2005/8/layout/vList2"/>
    <dgm:cxn modelId="{52259772-750B-49A5-AB54-64E169FAA02B}" type="presOf" srcId="{16269BE0-69D6-44FC-93BE-088F87041F59}" destId="{A059FECE-4F1A-4ACC-9063-14CDBF2F61D6}" srcOrd="0" destOrd="0" presId="urn:microsoft.com/office/officeart/2005/8/layout/vList2"/>
    <dgm:cxn modelId="{5C949B81-5EF9-4E78-BD7F-A0E63321ED81}" srcId="{7B813B4F-A946-48A5-9170-AADB3020302D}" destId="{E856EC54-F3F4-4704-9EB6-D2C6F9D9A32B}" srcOrd="1" destOrd="0" parTransId="{B8434F80-A2F8-4F49-BFF6-7246152268DC}" sibTransId="{9AEF3C9B-CAAC-454D-AB86-2260E632A849}"/>
    <dgm:cxn modelId="{D5B4F8AD-AE6C-4E65-9996-131F7D434F30}" type="presOf" srcId="{E856EC54-F3F4-4704-9EB6-D2C6F9D9A32B}" destId="{B8F6FF26-5BFC-4D2C-8B49-CE1907F0A16E}" srcOrd="0" destOrd="0" presId="urn:microsoft.com/office/officeart/2005/8/layout/vList2"/>
    <dgm:cxn modelId="{24995424-FD83-41A4-8D95-3E1C61B31F97}" type="presParOf" srcId="{77493389-1157-4889-BDA3-FDD7654834AF}" destId="{1D7F198B-F743-4995-9345-9C1D704180F1}" srcOrd="0" destOrd="0" presId="urn:microsoft.com/office/officeart/2005/8/layout/vList2"/>
    <dgm:cxn modelId="{EC27EC37-17BB-4635-AFC7-09395AF1D1C1}" type="presParOf" srcId="{77493389-1157-4889-BDA3-FDD7654834AF}" destId="{B2E7F76E-1417-4FAD-A044-E45B614A7FCE}" srcOrd="1" destOrd="0" presId="urn:microsoft.com/office/officeart/2005/8/layout/vList2"/>
    <dgm:cxn modelId="{8953A9C2-772B-4022-987C-29A9DEA2A066}" type="presParOf" srcId="{77493389-1157-4889-BDA3-FDD7654834AF}" destId="{B8F6FF26-5BFC-4D2C-8B49-CE1907F0A16E}" srcOrd="2" destOrd="0" presId="urn:microsoft.com/office/officeart/2005/8/layout/vList2"/>
    <dgm:cxn modelId="{2DBE555D-5C9A-4053-8AB6-F9BCA82FA7D6}" type="presParOf" srcId="{77493389-1157-4889-BDA3-FDD7654834AF}" destId="{8FAE4DBF-62DE-4B37-AF81-4366D1926DDF}" srcOrd="3" destOrd="0" presId="urn:microsoft.com/office/officeart/2005/8/layout/vList2"/>
    <dgm:cxn modelId="{721B083F-7D65-4F49-8AD2-7F99A3EBD58E}" type="presParOf" srcId="{77493389-1157-4889-BDA3-FDD7654834AF}" destId="{A059FECE-4F1A-4ACC-9063-14CDBF2F61D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F497E-6845-4CFB-A273-32DA9EE64C84}">
      <dsp:nvSpPr>
        <dsp:cNvPr id="0" name=""/>
        <dsp:cNvSpPr/>
      </dsp:nvSpPr>
      <dsp:spPr>
        <a:xfrm>
          <a:off x="0" y="365037"/>
          <a:ext cx="4717669" cy="471766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F5B6B-F949-43FE-8087-F55D1085B6E9}">
      <dsp:nvSpPr>
        <dsp:cNvPr id="0" name=""/>
        <dsp:cNvSpPr/>
      </dsp:nvSpPr>
      <dsp:spPr>
        <a:xfrm>
          <a:off x="448178" y="813216"/>
          <a:ext cx="1839890" cy="18398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Automatizarea gestiunii produselor</a:t>
          </a:r>
        </a:p>
      </dsp:txBody>
      <dsp:txXfrm>
        <a:off x="537994" y="903032"/>
        <a:ext cx="1660258" cy="1660258"/>
      </dsp:txXfrm>
    </dsp:sp>
    <dsp:sp modelId="{54EC5F54-F576-4870-97F7-7DF7B42704D7}">
      <dsp:nvSpPr>
        <dsp:cNvPr id="0" name=""/>
        <dsp:cNvSpPr/>
      </dsp:nvSpPr>
      <dsp:spPr>
        <a:xfrm>
          <a:off x="2429599" y="813216"/>
          <a:ext cx="1839890" cy="18398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Monitorizarea stocurilor în timp real</a:t>
          </a:r>
        </a:p>
      </dsp:txBody>
      <dsp:txXfrm>
        <a:off x="2519415" y="903032"/>
        <a:ext cx="1660258" cy="1660258"/>
      </dsp:txXfrm>
    </dsp:sp>
    <dsp:sp modelId="{8203BB32-8083-41CB-BF91-78D23FA2E7A6}">
      <dsp:nvSpPr>
        <dsp:cNvPr id="0" name=""/>
        <dsp:cNvSpPr/>
      </dsp:nvSpPr>
      <dsp:spPr>
        <a:xfrm>
          <a:off x="448178" y="2794637"/>
          <a:ext cx="1839890" cy="18398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Procesarea rapidă a vânzărilor</a:t>
          </a:r>
        </a:p>
      </dsp:txBody>
      <dsp:txXfrm>
        <a:off x="537994" y="2884453"/>
        <a:ext cx="1660258" cy="1660258"/>
      </dsp:txXfrm>
    </dsp:sp>
    <dsp:sp modelId="{6FE42280-7500-4598-A244-25044E9E94C9}">
      <dsp:nvSpPr>
        <dsp:cNvPr id="0" name=""/>
        <dsp:cNvSpPr/>
      </dsp:nvSpPr>
      <dsp:spPr>
        <a:xfrm>
          <a:off x="2429599" y="2794637"/>
          <a:ext cx="1839890" cy="18398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Generarea automată a bonului fiscal</a:t>
          </a:r>
        </a:p>
      </dsp:txBody>
      <dsp:txXfrm>
        <a:off x="2519415" y="2884453"/>
        <a:ext cx="1660258" cy="1660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4D975-D696-468D-9999-92DA667C2042}">
      <dsp:nvSpPr>
        <dsp:cNvPr id="0" name=""/>
        <dsp:cNvSpPr/>
      </dsp:nvSpPr>
      <dsp:spPr>
        <a:xfrm>
          <a:off x="0" y="309712"/>
          <a:ext cx="4717669" cy="1146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Adăugare, Modificare, Ștergere Produse</a:t>
          </a:r>
        </a:p>
      </dsp:txBody>
      <dsp:txXfrm>
        <a:off x="55972" y="365684"/>
        <a:ext cx="4605725" cy="1034656"/>
      </dsp:txXfrm>
    </dsp:sp>
    <dsp:sp modelId="{5526ABF5-51D7-4DD7-808F-873E85E7FF5E}">
      <dsp:nvSpPr>
        <dsp:cNvPr id="0" name=""/>
        <dsp:cNvSpPr/>
      </dsp:nvSpPr>
      <dsp:spPr>
        <a:xfrm>
          <a:off x="0" y="1536952"/>
          <a:ext cx="4717669" cy="1146600"/>
        </a:xfrm>
        <a:prstGeom prst="roundRect">
          <a:avLst/>
        </a:prstGeom>
        <a:solidFill>
          <a:schemeClr val="accent2">
            <a:hueOff val="383163"/>
            <a:satOff val="-6257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Căutare avansată în inventar</a:t>
          </a:r>
        </a:p>
      </dsp:txBody>
      <dsp:txXfrm>
        <a:off x="55972" y="1592924"/>
        <a:ext cx="4605725" cy="1034656"/>
      </dsp:txXfrm>
    </dsp:sp>
    <dsp:sp modelId="{518A1287-5F50-4A37-A6E6-FB8B31855119}">
      <dsp:nvSpPr>
        <dsp:cNvPr id="0" name=""/>
        <dsp:cNvSpPr/>
      </dsp:nvSpPr>
      <dsp:spPr>
        <a:xfrm>
          <a:off x="0" y="2764192"/>
          <a:ext cx="4717669" cy="1146600"/>
        </a:xfrm>
        <a:prstGeom prst="roundRect">
          <a:avLst/>
        </a:prstGeom>
        <a:solidFill>
          <a:schemeClr val="accent2">
            <a:hueOff val="766327"/>
            <a:satOff val="-12515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Sistem de calcul reduceri (5% și 10%)</a:t>
          </a:r>
        </a:p>
      </dsp:txBody>
      <dsp:txXfrm>
        <a:off x="55972" y="2820164"/>
        <a:ext cx="4605725" cy="1034656"/>
      </dsp:txXfrm>
    </dsp:sp>
    <dsp:sp modelId="{C9C23182-1485-4DD1-81F3-11770A33A8EF}">
      <dsp:nvSpPr>
        <dsp:cNvPr id="0" name=""/>
        <dsp:cNvSpPr/>
      </dsp:nvSpPr>
      <dsp:spPr>
        <a:xfrm>
          <a:off x="0" y="3991432"/>
          <a:ext cx="4717669" cy="1146600"/>
        </a:xfrm>
        <a:prstGeom prst="roundRect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Persistența datelor în fișier text (.txt)</a:t>
          </a:r>
        </a:p>
      </dsp:txBody>
      <dsp:txXfrm>
        <a:off x="55972" y="4047404"/>
        <a:ext cx="4605725" cy="10346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7F198B-F743-4995-9345-9C1D704180F1}">
      <dsp:nvSpPr>
        <dsp:cNvPr id="0" name=""/>
        <dsp:cNvSpPr/>
      </dsp:nvSpPr>
      <dsp:spPr>
        <a:xfrm>
          <a:off x="0" y="666112"/>
          <a:ext cx="4717669" cy="131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Alertă stoc critic (sub 5 unități)</a:t>
          </a:r>
        </a:p>
      </dsp:txBody>
      <dsp:txXfrm>
        <a:off x="63968" y="730080"/>
        <a:ext cx="4589733" cy="1182464"/>
      </dsp:txXfrm>
    </dsp:sp>
    <dsp:sp modelId="{B8F6FF26-5BFC-4D2C-8B49-CE1907F0A16E}">
      <dsp:nvSpPr>
        <dsp:cNvPr id="0" name=""/>
        <dsp:cNvSpPr/>
      </dsp:nvSpPr>
      <dsp:spPr>
        <a:xfrm>
          <a:off x="0" y="2068672"/>
          <a:ext cx="4717669" cy="1310400"/>
        </a:xfrm>
        <a:prstGeom prst="roundRect">
          <a:avLst/>
        </a:prstGeom>
        <a:solidFill>
          <a:schemeClr val="accent5">
            <a:hueOff val="1163773"/>
            <a:satOff val="3877"/>
            <a:lumOff val="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Clasament cele mai vândute produse</a:t>
          </a:r>
        </a:p>
      </dsp:txBody>
      <dsp:txXfrm>
        <a:off x="63968" y="2132640"/>
        <a:ext cx="4589733" cy="1182464"/>
      </dsp:txXfrm>
    </dsp:sp>
    <dsp:sp modelId="{A059FECE-4F1A-4ACC-9063-14CDBF2F61D6}">
      <dsp:nvSpPr>
        <dsp:cNvPr id="0" name=""/>
        <dsp:cNvSpPr/>
      </dsp:nvSpPr>
      <dsp:spPr>
        <a:xfrm>
          <a:off x="0" y="3471232"/>
          <a:ext cx="4717669" cy="1310400"/>
        </a:xfrm>
        <a:prstGeom prst="roundRect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Raportul total al încasărilor</a:t>
          </a:r>
        </a:p>
      </dsp:txBody>
      <dsp:txXfrm>
        <a:off x="63968" y="3535200"/>
        <a:ext cx="4589733" cy="11824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7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2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0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8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00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1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17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07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2255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54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0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54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36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6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15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5557" y="1803405"/>
            <a:ext cx="4599743" cy="1825096"/>
          </a:xfrm>
        </p:spPr>
        <p:txBody>
          <a:bodyPr>
            <a:normAutofit/>
          </a:bodyPr>
          <a:lstStyle/>
          <a:p>
            <a:r>
              <a:rPr lang="en-US" sz="3300" b="1"/>
              <a:t>Proiect Python</a:t>
            </a:r>
            <a:br>
              <a:rPr lang="en-US" sz="3300" b="1"/>
            </a:br>
            <a:r>
              <a:rPr lang="en-US" sz="3300" b="1"/>
              <a:t>                 Simulator Magazin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5557" y="3632201"/>
            <a:ext cx="4599743" cy="685800"/>
          </a:xfrm>
        </p:spPr>
        <p:txBody>
          <a:bodyPr>
            <a:normAutofit/>
          </a:bodyPr>
          <a:lstStyle/>
          <a:p>
            <a:r>
              <a:rPr lang="ro-RO" b="1" u="sng"/>
              <a:t>Bizau Ionut-Catalin </a:t>
            </a:r>
          </a:p>
        </p:txBody>
      </p:sp>
      <p:pic>
        <p:nvPicPr>
          <p:cNvPr id="7" name="Graphic 6" descr="Wind Chime">
            <a:extLst>
              <a:ext uri="{FF2B5EF4-FFF2-40B4-BE49-F238E27FC236}">
                <a16:creationId xmlns:a16="http://schemas.microsoft.com/office/drawing/2014/main" id="{F23E6E85-D0E8-2444-C8CD-C084D715D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564" y="2133981"/>
            <a:ext cx="1995678" cy="19956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ro-RO" sz="2800">
                <a:solidFill>
                  <a:schemeClr val="bg1"/>
                </a:solidFill>
              </a:rPr>
              <a:t>Obiectivele Proiectului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E6AE9D-823F-6560-31FD-E36B7CA61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0121152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ro-RO" sz="1900">
                <a:solidFill>
                  <a:schemeClr val="bg1"/>
                </a:solidFill>
              </a:rPr>
              <a:t>Funcționalități Principale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F62311-999B-D168-1DBC-D1AC961A8D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6638706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ro-RO" sz="3400">
                <a:solidFill>
                  <a:schemeClr val="bg1"/>
                </a:solidFill>
              </a:rPr>
              <a:t>Rapoarte și Statistici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377578-3E7E-C235-F011-E8F2213F1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40683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Urmă vapori">
  <a:themeElements>
    <a:clrScheme name="Urmă vapori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Urmă vapori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mă vapori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TM04033937[[fn=Urmă vapori]]</Template>
  <TotalTime>1</TotalTime>
  <Words>88</Words>
  <Application>Microsoft Office PowerPoint</Application>
  <PresentationFormat>Expunere pe ecran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Urmă vapori</vt:lpstr>
      <vt:lpstr>Proiect Python                  Simulator Magazin</vt:lpstr>
      <vt:lpstr>Obiectivele Proiectului</vt:lpstr>
      <vt:lpstr>Funcționalități Principale</vt:lpstr>
      <vt:lpstr>Rapoarte și Statistici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Ionut Catalin Bizau</cp:lastModifiedBy>
  <cp:revision>2</cp:revision>
  <dcterms:created xsi:type="dcterms:W3CDTF">2013-01-27T09:14:16Z</dcterms:created>
  <dcterms:modified xsi:type="dcterms:W3CDTF">2026-01-18T21:11:10Z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2026-01-18T21:11:10Z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a518df0c-d9a8-4a1d-923d-4ce5b32d2a69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